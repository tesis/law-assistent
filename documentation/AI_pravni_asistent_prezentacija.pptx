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003366"/>
                </a:solidFill>
              </a:defRPr>
            </a:pPr>
            <a:r>
              <a:t>AI pravni asistent</a:t>
            </a:r>
          </a:p>
          <a:p>
            <a:pPr>
              <a:defRPr sz="2400"/>
            </a:pPr>
            <a:r>
              <a:t>Pametna pomoč za odvetnike – prihranek časa pri rutinskih opravilih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Kaj dela?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⚖️ Hitro iskanje po zakonih in sodbah</a:t>
            </a:r>
          </a:p>
          <a:p>
            <a:pPr>
              <a:defRPr sz="2400"/>
            </a:pPr>
            <a:r>
              <a:t>📑 Povzetki členov in odločb</a:t>
            </a:r>
          </a:p>
          <a:p>
            <a:pPr>
              <a:defRPr sz="2400"/>
            </a:pPr>
            <a:r>
              <a:t>✍️ Osnutki dopisov in pogodb</a:t>
            </a:r>
          </a:p>
          <a:p>
            <a:pPr>
              <a:defRPr sz="2400"/>
            </a:pPr>
            <a:r>
              <a:t>🔒 Deluje 24/7, skladno z 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Zakaj je uporaben?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⏱️ Manj rutinskega dela</a:t>
            </a:r>
          </a:p>
          <a:p>
            <a:pPr>
              <a:defRPr sz="2400"/>
            </a:pPr>
            <a:r>
              <a:t>⚡ Hitrejši odziv strankam</a:t>
            </a:r>
          </a:p>
          <a:p>
            <a:pPr>
              <a:defRPr sz="2400"/>
            </a:pPr>
            <a:r>
              <a:t>🎯 Več časa za strateško delo</a:t>
            </a:r>
          </a:p>
          <a:p>
            <a:pPr>
              <a:defRPr sz="2400"/>
            </a:pPr>
            <a:r>
              <a:t>💻 Enostaven dostop (web app, brez kompleksnih sistemov)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Naslednji korak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✅ Testna uporaba brez obveznosti</a:t>
            </a:r>
          </a:p>
          <a:p>
            <a:pPr>
              <a:defRPr sz="2400"/>
            </a:pPr>
            <a:r>
              <a:t>✅ Povratne informacije → skupni razvoj</a:t>
            </a:r>
          </a:p>
          <a:p>
            <a:pPr>
              <a:defRPr sz="2400"/>
            </a:pPr>
            <a:r>
              <a:t>✅ Cilj: prihranek 1–2 ure tedensko pri vsakodnevnem delu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i="1">
                <a:solidFill>
                  <a:srgbClr val="006600"/>
                </a:solidFill>
              </a:defRPr>
            </a:pPr>
            <a:r>
              <a:t>“Ti se ukvarjaš s strankami, AI poskrbi za rutino.”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